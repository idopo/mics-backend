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840480" cy="38404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3474720"/>
            <a:ext cx="2743200" cy="2743200"/>
          </a:xfrm>
          <a:prstGeom prst="ellipse">
            <a:avLst/>
          </a:prstGeom>
          <a:solidFill>
            <a:srgbClr val="243F68">
              <a:alpha val="40000"/>
            </a:srgbClr>
          </a:solidFill>
          <a:ln w="12700">
            <a:solidFill>
              <a:srgbClr val="243F6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943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Interactive Cage System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Research at Hardware Precision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754880" cy="6400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04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· Precise · Fully Traceable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718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MICS?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2920"/>
            <a:ext cx="3657600" cy="46405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13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neuroscience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all of these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645920"/>
            <a:ext cx="3246120" cy="475488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64592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099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hardware timing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2194560"/>
            <a:ext cx="3246120" cy="475488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19456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scientific traceability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2743200"/>
            <a:ext cx="3246120" cy="475488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74320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072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experiment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3291840"/>
            <a:ext cx="3246120" cy="475488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29184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558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non-developers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3840480"/>
            <a:ext cx="3246120" cy="475488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3840480"/>
            <a:ext cx="54864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9044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for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594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MICS, each of these was a bottleneck: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1051560"/>
            <a:ext cx="5120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1051560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1161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experiments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05072" y="14538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protocol change required editing Python files on the Pi, SSH access, and manual process restart — blocking researchers for hours.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40480" y="2350008"/>
            <a:ext cx="5120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0" y="2350008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4597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logging burden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05072" y="27523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had to write explicit logging code for every hardware event. Omissions meant silent data gaps with no recovery.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0" y="3648456"/>
            <a:ext cx="5120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0" y="3648456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758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scientific context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05072" y="40507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streams arrived without subject ID, session, or protocol step — impossible to reconstruct what happened and why.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2788920" cy="4251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58368"/>
            <a:ext cx="278892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955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0972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" y="1600200"/>
            <a:ext cx="2377440" cy="27432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1907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sensors &amp; actuators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detectors, IR beams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03580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valves, LEDs, audio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694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pigpio hardware clock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658368"/>
            <a:ext cx="2788920" cy="4251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658368"/>
            <a:ext cx="27889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7955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LAYER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10972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55848" y="1600200"/>
            <a:ext cx="2377440" cy="27432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71907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ZMQ message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55848" y="237744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live state bus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03580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discovery (HANDSHAKE)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694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ingestion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658368"/>
            <a:ext cx="2788920" cy="4251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658368"/>
            <a:ext cx="27889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79552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LAYER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27648" y="109728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Platform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327648" y="1600200"/>
            <a:ext cx="2377440" cy="27432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171907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/ task builder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237744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management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303580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 &amp; overrides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3694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audit trail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72384" y="2788920"/>
            <a:ext cx="1828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788920"/>
            <a:ext cx="1828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0088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ZMQ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61888" y="2560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— The View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0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Pi, every hardware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is constructed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fly at task startup.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objects (sensors, actuators, timers) and state trackers are all registered by name into a unified observable surface called the View.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logic never talks to hardware directly — it only reads named values from the View. This means the same experiment logic runs identically regardless of which physical hardware is wired 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749040"/>
            <a:ext cx="384048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74904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"Swap hardware, keep experiment.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abstracts the cage."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640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2286000" cy="50292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Sensor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618488"/>
            <a:ext cx="2286000" cy="50292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6824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276856"/>
            <a:ext cx="2286000" cy="50292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340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Valve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35224"/>
            <a:ext cx="2286000" cy="50292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Audio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593592"/>
            <a:ext cx="2286000" cy="50292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621792"/>
            <a:ext cx="2286000" cy="42245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621792"/>
            <a:ext cx="22860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850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78040" y="11704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9480" y="1783080"/>
            <a:ext cx="19202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"lick_port"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"reward_ready"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31638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"trial_active"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"beam_broken"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76288" y="1207008"/>
            <a:ext cx="19202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1865376"/>
            <a:ext cx="19202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2523744"/>
            <a:ext cx="19202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76288" y="3182112"/>
            <a:ext cx="19202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76288" y="3840480"/>
            <a:ext cx="19202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— Portable Capabilities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ToolKit is a Python class that declares what an experiment CAN do — without specifying how it flows. This separation is a fundamental design principle of MICS.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15727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538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State Methods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8470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stages of the experiment (e.g. wait_for_lick, deliver_reward, timeout). Pure Python — encapsulate hardware actions.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160520" cy="15727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98448"/>
            <a:ext cx="4160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538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Semantic Hardware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18470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names ("reward_port", "lick_sensor") map to physical GPIO ids. The same toolkit runs on different hardware by changing only the mapping.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60520" cy="15727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41605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218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Flags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/ numeric runtime state (e.g. correct_side, trial_count). Declared once, readable by the FDA and loggable by the orchestrator automatically.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60520" cy="15727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416052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18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Parameters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73752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tagged config values (reward_duration_ms, timeout_s). Discovered via HANDSHAKE, editable in the UI without touching code.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Experiment Flows — FDA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 · Many Flows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Definition is a JSON document that assembles a finite-state flow (FDA) from a ToolKit's building blocks. Researchers create different experiment designs from the same toolkit — visually, without writing Python.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691640" cy="80467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08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1691640" cy="80467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7860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16916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576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566160"/>
            <a:ext cx="169164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36576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07008" y="2221992"/>
            <a:ext cx="0" cy="265176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7008" y="3291840"/>
            <a:ext cx="0" cy="2743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7008" y="3291840"/>
            <a:ext cx="107899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291840"/>
            <a:ext cx="0" cy="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2267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lick detected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FDA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JSON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640080"/>
            <a:ext cx="4754880" cy="4251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640080"/>
            <a:ext cx="47548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777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(FDA JSON — simplified)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1115568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"toolkit": "AppetitiveTask",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"initial_state": "WAIT",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"WAIT":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"entry_actions":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"type": "hardware",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"ref": "reward_port",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"method": "close"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"blocking": "stage_block"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"REWARD":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"entry_actions":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"type": "hardware",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"ref": "reward_port",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"method": "open",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"args": [{"param": "reward_ms"}]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"transitions":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"from": "WAIT", "to": "REWARD",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"cond": {"view": "lick_port", "op": "eq", "rhs": true}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GPIO Precision  ·  Zero-Intervention Logging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3657600" cy="228600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event timestamp resolution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pigpio hardware clock ticks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3657600" cy="1783080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events (lick, touch, IR break) can be separated by under 10ms. Software-level timestamps from Python introduce 5-50ms jitter. pigpio hardware ticks give true sub-millisecond accuracy — critical for learning curve analysis and inter-event timing studies.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658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Auto-Logging via @log_action Decorator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113385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133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action called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valve.open(50)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1572768"/>
            <a:ext cx="0" cy="2834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89280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874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intercepts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@log_action captures new state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9976" y="2331720"/>
            <a:ext cx="0" cy="2834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265176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2633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envelope built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subject · session · timestamp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79976" y="3090672"/>
            <a:ext cx="0" cy="2834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34107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33924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ZMQ → Orchestrator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3666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message, non-blocking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9976" y="3849624"/>
            <a:ext cx="0" cy="2834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416966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4151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ElasticSearch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09160" y="4425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within 100ms — always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lines of logging code in task files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Context in Every Event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PostgreSQL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hardware event and state machine transition is automatically enriched with the full scientific context at the moment it occurs — no manual tagging needed.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5029200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07008"/>
            <a:ext cx="5029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44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Event Envelope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6733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"pilot": </a:t>
            </a:r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075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"subject":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"Mus42"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4780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session-2024-031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"run_id":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run-0047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2826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"task_type": </a:t>
            </a:r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"AppetitiveTask"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685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1711372816.4832  ← hardware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087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"session_progress":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4897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"event_type":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"Hardware_Event"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4892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"event_data": </a:t>
            </a:r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"valve_open"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52943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               ": </a:t>
            </a:r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"duration_ms": 50 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207008"/>
            <a:ext cx="3291840" cy="1691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207008"/>
            <a:ext cx="32918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344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event store.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hardware events,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searchable by animal,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or task state.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77840" y="3108960"/>
            <a:ext cx="3291840" cy="1709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3108960"/>
            <a:ext cx="32918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359359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audit trail.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protocols, sessions,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modes, overrides — 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and queryable.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valve open, every lick, every state transition — stamped with subject, protocol, step, and hardware-accurate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Experience — End to 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Scientists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defining a new experiment to reviewing results, the entire workflow happens in a browser — no SSH, no code changes, no restarts.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87952" cy="1152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88720"/>
            <a:ext cx="4187952" cy="82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53312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3533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Protocol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682496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task stages into a sequence. Set graduation rules (e.g. advance after 80% correct). No Python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87952" cy="1152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4187952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151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6151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Subjects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944368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protocol to one or many animals. Subject metadata (weight, IACUC, researcher) is linked to every future run.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4187952" cy="1152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12464"/>
            <a:ext cx="4187952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87705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8770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Override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4206240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session from the pilot grid. Override specific parameters per-run (e.g. longer timeout today). Changes are auditable.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36592" y="1188720"/>
            <a:ext cx="4187952" cy="1152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1188720"/>
            <a:ext cx="4187952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13533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58384" y="13533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Graduate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58384" y="1682496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tracks trial counts and performance. When criteria are met it automatically advances the animal to the next protocol step.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450592"/>
            <a:ext cx="4187952" cy="1152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2450592"/>
            <a:ext cx="4187952" cy="822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615184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58384" y="26151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Your Data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58384" y="2944368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are in ElasticSearch. Query by animal, session, hardware event type, or state — millisecond-resolved and cross-referenced with protocol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MICS Distinctive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58368"/>
            <a:ext cx="73152" cy="1353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49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through the 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logic is completely decoupled from physical GPIO. Semantic hardware names let the same flow run on any cage configuration.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658368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658368"/>
            <a:ext cx="73152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749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/ FDA separation of concerns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4608" y="1115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(Python) are separate from flow (JSON). Researchers compose new experiment designs without writing or deploying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139696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139696"/>
            <a:ext cx="73152" cy="13533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scientific logging — zero boilerplate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2596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@log_action decorator ensures every hardware event is captured and enriched with subject, session, and protocol context — without any logging code in the task.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2139696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2139696"/>
            <a:ext cx="73152" cy="13533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2311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Millisecond-accurate hardware timestamps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4608" y="2596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pigpio hardware ticks provide sub-millisecond GPIO event timing — essential for precise behavioral latency analysis.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621024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21024"/>
            <a:ext cx="73152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12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scientific context in every event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8912" y="40782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stores hardware events; PostgreSQL stores experimental metadata. Every data point is traceable to the specific animal, protocol step, and run.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3621024"/>
            <a:ext cx="4133088" cy="1353312"/>
          </a:xfrm>
          <a:prstGeom prst="rect">
            <a:avLst/>
          </a:prstGeom>
          <a:solidFill>
            <a:srgbClr val="243F68"/>
          </a:solidFill>
          <a:ln w="12700">
            <a:solidFill>
              <a:srgbClr val="243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3621024"/>
            <a:ext cx="73152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712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Self-registering task discovery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64608" y="40782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Python plugin on the Pi auto-registers the task and its parameters in the research platform on next connection — no manual registration.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MICS: Modular Interactive Cage System</dc:title>
  <dc:subject>PptxGenJS Presentation</dc:subject>
  <dc:creator>PptxGenJS</dc:creator>
  <cp:lastModifiedBy>PptxGenJS</cp:lastModifiedBy>
  <cp:revision>1</cp:revision>
  <dcterms:created xsi:type="dcterms:W3CDTF">2026-03-25T07:21:13Z</dcterms:created>
  <dcterms:modified xsi:type="dcterms:W3CDTF">2026-03-25T07:21:13Z</dcterms:modified>
</cp:coreProperties>
</file>